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252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DD65-68E0-E446-80BD-2AB80469E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6E1E4-36EB-F749-BE28-F82B728EF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4878A-679C-6754-CBE8-BA62E149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242AF-47F1-1528-BCC1-8F1492CB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FA784-DA19-4BDC-0263-E79FA5A4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7188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8515-4790-901F-C20F-35998CFF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E92F4-4917-9E54-5604-62EE1618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9DEF1-AEFC-EB89-7DE2-E81B09A8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0E72B-F7CF-C644-D8FF-99B4ABC0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FCF19-B193-C14E-5E57-AFDE842F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57200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F7E3-4AEE-66CF-34D0-2C0080F41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96E48-3F2D-8B1C-8099-6F27D2487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C4D35-6F5F-6177-3788-674AB229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50AD7-7C02-7714-9E16-A9081A59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87F7-2EA9-6197-10FE-49856D36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16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6C3B-E7F8-ECB9-5308-A70A3521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79AFC-C587-618C-5B67-A6D44CA69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89C52-E361-C36A-97E1-575F17608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60D19-73EC-3503-8B9E-9639CCE4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0E29E-4572-6A9C-A16F-6EF46303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10A70-D399-BE14-2FCE-F69FC6BF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277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0DCD-A627-C5BB-19A6-DCBF871D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D2C02-4228-1BB7-2ED5-63566D483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24291-44C9-7F98-6FB5-30D0EE506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9827B-DB74-D02D-16A6-BAFBCCD86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E8FEA5-DFCF-BC4E-3497-7E3C11635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94119A-9A08-C2AC-FA92-85B8E6AB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21BD5-0CC8-0B25-CDB8-969D5B21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19C1E-398F-0CCC-B16C-E4DD8091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916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18EA-E353-C5F2-A452-67DE98411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BBB33-B2CF-6530-E942-76B96677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2F131-2AE9-6EF5-C497-1F4F1201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FF1C5-C964-5DFD-92E4-26255B8B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500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E33D5F-382E-D98E-E9D5-A51DA247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EDB9E-FA62-D492-B944-4661DE65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E0293-1AFF-7EA0-95FD-5DBD849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154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3458-8E44-A16C-3B94-51725CCD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2F649-FF49-F992-8827-F618522D6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7098F-7BD7-E37A-C8B4-1727966A6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D49ED-F7CC-D097-6691-561170B0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FBA89-A6EC-F4DE-186E-D098B685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37898-7777-4783-D616-72472973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084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412C-6719-272C-2B0A-BDC96B8A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9F16C-504F-90F7-F643-170E1EB4C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9F0E8-E9FD-2700-DD28-7AB588DF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FD88F-520E-1F07-7A50-EA3A08F5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74E90-6479-BC8F-A216-26E2AC82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7F7B1-EE62-6926-E4CD-52E60EA6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146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9774-C914-8F89-595A-EDA35FE0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F69B2-A704-2958-0A5D-58E81331D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BFE0B-450B-59CA-FA94-3F69C6E0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59D84-2C07-B298-30B3-6094ADDC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1A486-0DF5-33D1-4078-487C64C4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053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D4403-7124-93F7-D7CA-915F65124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ACAD0-83D0-A046-200C-C907CAF8D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DE0E5-D700-3867-12FD-D4FC1D557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E123D-8067-335A-DD4F-EB635F18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EF7AD-8C9E-DD1C-F5FE-3CCEB431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01604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4517E-D8B3-DBE4-51A5-B8D4C4AE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7183D-C8B9-1EC9-5E61-8D5D7CB0F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26A24-C393-4612-82A3-D275F44BB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80E42-5156-44DF-8C31-17F80DEAF41E}" type="datetimeFigureOut">
              <a:rPr lang="en-IE" smtClean="0"/>
              <a:t>28/04/2026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1FC5-FDC1-A254-8F53-281470CD2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AD3A6-93D8-DF58-AB84-EC2C862D0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C1AFF-072D-4A0B-87ED-EE3FAA5B5D0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9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07EB8-50D3-6F87-33B0-A2E2783D6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0454" y="1389541"/>
            <a:ext cx="5745939" cy="1920855"/>
          </a:xfrm>
        </p:spPr>
        <p:txBody>
          <a:bodyPr>
            <a:normAutofit/>
          </a:bodyPr>
          <a:lstStyle/>
          <a:p>
            <a:r>
              <a:rPr lang="en-IE" sz="5400" dirty="0">
                <a:solidFill>
                  <a:schemeClr val="bg1"/>
                </a:solidFill>
              </a:rPr>
              <a:t>Shopping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051E0-F910-A935-9E55-648A8DE74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1740" y="4069549"/>
            <a:ext cx="4508641" cy="1116414"/>
          </a:xfrm>
        </p:spPr>
        <p:txBody>
          <a:bodyPr>
            <a:normAutofit lnSpcReduction="10000"/>
          </a:bodyPr>
          <a:lstStyle/>
          <a:p>
            <a:r>
              <a:rPr lang="en-IE" sz="2000" dirty="0">
                <a:solidFill>
                  <a:schemeClr val="bg1"/>
                </a:solidFill>
              </a:rPr>
              <a:t>Tomasz Touma    G00439630</a:t>
            </a:r>
          </a:p>
          <a:p>
            <a:r>
              <a:rPr lang="en-IE" sz="2000" dirty="0">
                <a:solidFill>
                  <a:schemeClr val="bg1"/>
                </a:solidFill>
              </a:rPr>
              <a:t>Bogdan </a:t>
            </a:r>
            <a:r>
              <a:rPr lang="en-IE" sz="2000" dirty="0" err="1">
                <a:solidFill>
                  <a:schemeClr val="bg1"/>
                </a:solidFill>
              </a:rPr>
              <a:t>Tabalae</a:t>
            </a:r>
            <a:r>
              <a:rPr lang="en-IE" sz="2000" dirty="0">
                <a:solidFill>
                  <a:schemeClr val="bg1"/>
                </a:solidFill>
              </a:rPr>
              <a:t>   G00436707</a:t>
            </a:r>
          </a:p>
          <a:p>
            <a:r>
              <a:rPr lang="en-IE" sz="2000" dirty="0">
                <a:solidFill>
                  <a:schemeClr val="bg1"/>
                </a:solidFill>
              </a:rPr>
              <a:t>Maciej Stech    G00428784</a:t>
            </a:r>
          </a:p>
          <a:p>
            <a:endParaRPr lang="en-IE" sz="2000" dirty="0">
              <a:solidFill>
                <a:schemeClr val="bg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33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1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6728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6CAA4-1BB6-E93E-A8D8-1F31B96F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E" sz="4000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6D437-C7F0-42AD-1DC9-F5AD8BFDB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A full-stack online game key marketplace developed with Angular, Spring Boot, and </a:t>
            </a:r>
            <a:r>
              <a:rPr lang="en-US" sz="2000" dirty="0" err="1"/>
              <a:t>Supabase</a:t>
            </a:r>
            <a:r>
              <a:rPr lang="en-US" sz="2000" dirty="0"/>
              <a:t>, allowing users to browse products, register accounts, and securely purchase digital game codes through a responsive web platform.</a:t>
            </a:r>
            <a:endParaRPr lang="en-IE" sz="2000" dirty="0"/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173BA774-5EC1-1184-2507-52CDEC92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8" r="2574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5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38A6266-751B-A12D-2F86-C76871FDD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6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50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Shopping Platform</vt:lpstr>
      <vt:lpstr>Project Description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Tomasz Touma - STUDENT</dc:creator>
  <cp:lastModifiedBy>Tomasz Touma - STUDENT</cp:lastModifiedBy>
  <cp:revision>1</cp:revision>
  <dcterms:created xsi:type="dcterms:W3CDTF">2026-04-28T08:56:29Z</dcterms:created>
  <dcterms:modified xsi:type="dcterms:W3CDTF">2026-04-28T09:17:53Z</dcterms:modified>
</cp:coreProperties>
</file>